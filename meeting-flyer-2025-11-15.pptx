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2EBBC-0B3B-444A-9EFF-A441DADA8BED}" v="32" dt="2025-10-24T18:47:21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428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 Storer" userId="9f0699e75575d678" providerId="LiveId" clId="{8CAFB803-39A2-4DA0-9C76-ABDF3F7981F7}"/>
    <pc:docChg chg="undo redo custSel modSld">
      <pc:chgData name="Ray Storer" userId="9f0699e75575d678" providerId="LiveId" clId="{8CAFB803-39A2-4DA0-9C76-ABDF3F7981F7}" dt="2025-10-24T18:47:38.094" v="1362" actId="465"/>
      <pc:docMkLst>
        <pc:docMk/>
      </pc:docMkLst>
      <pc:sldChg chg="addSp delSp modSp mod">
        <pc:chgData name="Ray Storer" userId="9f0699e75575d678" providerId="LiveId" clId="{8CAFB803-39A2-4DA0-9C76-ABDF3F7981F7}" dt="2025-10-24T18:47:38.094" v="1362" actId="465"/>
        <pc:sldMkLst>
          <pc:docMk/>
          <pc:sldMk cId="2678342908" sldId="256"/>
        </pc:sldMkLst>
        <pc:spChg chg="mod">
          <ac:chgData name="Ray Storer" userId="9f0699e75575d678" providerId="LiveId" clId="{8CAFB803-39A2-4DA0-9C76-ABDF3F7981F7}" dt="2025-10-24T18:35:32.854" v="1253" actId="1035"/>
          <ac:spMkLst>
            <pc:docMk/>
            <pc:sldMk cId="2678342908" sldId="256"/>
            <ac:spMk id="7" creationId="{2BC6E3A9-4CA3-B654-C004-F023914CF7FD}"/>
          </ac:spMkLst>
        </pc:spChg>
        <pc:spChg chg="mod">
          <ac:chgData name="Ray Storer" userId="9f0699e75575d678" providerId="LiveId" clId="{8CAFB803-39A2-4DA0-9C76-ABDF3F7981F7}" dt="2025-10-24T18:47:38.094" v="1362" actId="465"/>
          <ac:spMkLst>
            <pc:docMk/>
            <pc:sldMk cId="2678342908" sldId="256"/>
            <ac:spMk id="8" creationId="{4C04566B-97E2-D68E-D44C-AEBBBBE65159}"/>
          </ac:spMkLst>
        </pc:spChg>
        <pc:spChg chg="mod">
          <ac:chgData name="Ray Storer" userId="9f0699e75575d678" providerId="LiveId" clId="{8CAFB803-39A2-4DA0-9C76-ABDF3F7981F7}" dt="2025-10-24T18:47:38.094" v="1362" actId="465"/>
          <ac:spMkLst>
            <pc:docMk/>
            <pc:sldMk cId="2678342908" sldId="256"/>
            <ac:spMk id="9" creationId="{E59BFBDC-43D6-D41F-1223-CFA7B985B41A}"/>
          </ac:spMkLst>
        </pc:spChg>
        <pc:spChg chg="del mod">
          <ac:chgData name="Ray Storer" userId="9f0699e75575d678" providerId="LiveId" clId="{8CAFB803-39A2-4DA0-9C76-ABDF3F7981F7}" dt="2025-10-24T18:40:44.392" v="1283" actId="478"/>
          <ac:spMkLst>
            <pc:docMk/>
            <pc:sldMk cId="2678342908" sldId="256"/>
            <ac:spMk id="10" creationId="{E685393B-07A9-C9A6-5BB9-FB47D0B579B2}"/>
          </ac:spMkLst>
        </pc:spChg>
        <pc:spChg chg="add mod">
          <ac:chgData name="Ray Storer" userId="9f0699e75575d678" providerId="LiveId" clId="{8CAFB803-39A2-4DA0-9C76-ABDF3F7981F7}" dt="2025-10-24T18:46:58.523" v="1360" actId="164"/>
          <ac:spMkLst>
            <pc:docMk/>
            <pc:sldMk cId="2678342908" sldId="256"/>
            <ac:spMk id="11" creationId="{D49B4968-1B35-99F5-5CB3-7751B26C0896}"/>
          </ac:spMkLst>
        </pc:spChg>
        <pc:spChg chg="add mod ord">
          <ac:chgData name="Ray Storer" userId="9f0699e75575d678" providerId="LiveId" clId="{8CAFB803-39A2-4DA0-9C76-ABDF3F7981F7}" dt="2025-10-24T18:47:21.491" v="1361" actId="164"/>
          <ac:spMkLst>
            <pc:docMk/>
            <pc:sldMk cId="2678342908" sldId="256"/>
            <ac:spMk id="12" creationId="{F8B83718-72BA-5554-40F2-D7B74745795B}"/>
          </ac:spMkLst>
        </pc:spChg>
        <pc:spChg chg="add mod">
          <ac:chgData name="Ray Storer" userId="9f0699e75575d678" providerId="LiveId" clId="{8CAFB803-39A2-4DA0-9C76-ABDF3F7981F7}" dt="2025-10-24T18:12:48.317" v="393" actId="164"/>
          <ac:spMkLst>
            <pc:docMk/>
            <pc:sldMk cId="2678342908" sldId="256"/>
            <ac:spMk id="19" creationId="{ED76A34B-FC5E-155B-566C-C80BDB05418B}"/>
          </ac:spMkLst>
        </pc:spChg>
        <pc:spChg chg="add mod">
          <ac:chgData name="Ray Storer" userId="9f0699e75575d678" providerId="LiveId" clId="{8CAFB803-39A2-4DA0-9C76-ABDF3F7981F7}" dt="2025-10-24T18:12:48.317" v="393" actId="164"/>
          <ac:spMkLst>
            <pc:docMk/>
            <pc:sldMk cId="2678342908" sldId="256"/>
            <ac:spMk id="20" creationId="{43D92214-7C35-ED36-5114-93FC4B1704D9}"/>
          </ac:spMkLst>
        </pc:spChg>
        <pc:spChg chg="add mod">
          <ac:chgData name="Ray Storer" userId="9f0699e75575d678" providerId="LiveId" clId="{8CAFB803-39A2-4DA0-9C76-ABDF3F7981F7}" dt="2025-10-24T18:26:15.501" v="1047" actId="1076"/>
          <ac:spMkLst>
            <pc:docMk/>
            <pc:sldMk cId="2678342908" sldId="256"/>
            <ac:spMk id="24" creationId="{D04DED17-5FB2-C9DC-B60A-8F606B252E7E}"/>
          </ac:spMkLst>
        </pc:spChg>
        <pc:spChg chg="add mod">
          <ac:chgData name="Ray Storer" userId="9f0699e75575d678" providerId="LiveId" clId="{8CAFB803-39A2-4DA0-9C76-ABDF3F7981F7}" dt="2025-10-24T18:45:47.493" v="1359" actId="1036"/>
          <ac:spMkLst>
            <pc:docMk/>
            <pc:sldMk cId="2678342908" sldId="256"/>
            <ac:spMk id="35" creationId="{B3200F83-9887-1422-380D-D92A7FBDDD0B}"/>
          </ac:spMkLst>
        </pc:spChg>
        <pc:grpChg chg="add mod">
          <ac:chgData name="Ray Storer" userId="9f0699e75575d678" providerId="LiveId" clId="{8CAFB803-39A2-4DA0-9C76-ABDF3F7981F7}" dt="2025-10-24T18:47:38.094" v="1362" actId="465"/>
          <ac:grpSpMkLst>
            <pc:docMk/>
            <pc:sldMk cId="2678342908" sldId="256"/>
            <ac:grpSpMk id="2" creationId="{2CE8AAA3-1C58-76DC-BB77-F7F47914F145}"/>
          </ac:grpSpMkLst>
        </pc:grpChg>
        <pc:grpChg chg="add mod">
          <ac:chgData name="Ray Storer" userId="9f0699e75575d678" providerId="LiveId" clId="{8CAFB803-39A2-4DA0-9C76-ABDF3F7981F7}" dt="2025-10-24T18:47:21.491" v="1361" actId="164"/>
          <ac:grpSpMkLst>
            <pc:docMk/>
            <pc:sldMk cId="2678342908" sldId="256"/>
            <ac:grpSpMk id="3" creationId="{AC4F301E-48D1-38BE-365E-EFC59E192824}"/>
          </ac:grpSpMkLst>
        </pc:grpChg>
        <pc:grpChg chg="add mod">
          <ac:chgData name="Ray Storer" userId="9f0699e75575d678" providerId="LiveId" clId="{8CAFB803-39A2-4DA0-9C76-ABDF3F7981F7}" dt="2025-10-24T18:46:58.523" v="1360" actId="164"/>
          <ac:grpSpMkLst>
            <pc:docMk/>
            <pc:sldMk cId="2678342908" sldId="256"/>
            <ac:grpSpMk id="23" creationId="{33A9D8B4-843F-22B4-5051-AA35D0C3A7AA}"/>
          </ac:grpSpMkLst>
        </pc:grpChg>
        <pc:picChg chg="mod">
          <ac:chgData name="Ray Storer" userId="9f0699e75575d678" providerId="LiveId" clId="{8CAFB803-39A2-4DA0-9C76-ABDF3F7981F7}" dt="2025-10-24T18:35:13.687" v="1217" actId="12788"/>
          <ac:picMkLst>
            <pc:docMk/>
            <pc:sldMk cId="2678342908" sldId="256"/>
            <ac:picMk id="6" creationId="{EE4B23D9-B706-FBAF-7485-310C260101AF}"/>
          </ac:picMkLst>
        </pc:picChg>
        <pc:picChg chg="add del mod">
          <ac:chgData name="Ray Storer" userId="9f0699e75575d678" providerId="LiveId" clId="{8CAFB803-39A2-4DA0-9C76-ABDF3F7981F7}" dt="2025-10-24T16:58:07.127" v="185" actId="478"/>
          <ac:picMkLst>
            <pc:docMk/>
            <pc:sldMk cId="2678342908" sldId="256"/>
            <ac:picMk id="14" creationId="{F169BC72-4D73-93CF-655B-02717C8EA31B}"/>
          </ac:picMkLst>
        </pc:picChg>
        <pc:picChg chg="add mod">
          <ac:chgData name="Ray Storer" userId="9f0699e75575d678" providerId="LiveId" clId="{8CAFB803-39A2-4DA0-9C76-ABDF3F7981F7}" dt="2025-10-24T16:58:56.903" v="190" actId="14100"/>
          <ac:picMkLst>
            <pc:docMk/>
            <pc:sldMk cId="2678342908" sldId="256"/>
            <ac:picMk id="16" creationId="{2E70AA2D-4B0C-9B98-FF4B-A5BC082765C8}"/>
          </ac:picMkLst>
        </pc:picChg>
        <pc:picChg chg="add mod">
          <ac:chgData name="Ray Storer" userId="9f0699e75575d678" providerId="LiveId" clId="{8CAFB803-39A2-4DA0-9C76-ABDF3F7981F7}" dt="2025-10-24T18:45:34.686" v="1334" actId="1035"/>
          <ac:picMkLst>
            <pc:docMk/>
            <pc:sldMk cId="2678342908" sldId="256"/>
            <ac:picMk id="18" creationId="{BEFF752E-E40A-3BCE-20C6-302C112D1D89}"/>
          </ac:picMkLst>
        </pc:picChg>
        <pc:picChg chg="add mod">
          <ac:chgData name="Ray Storer" userId="9f0699e75575d678" providerId="LiveId" clId="{8CAFB803-39A2-4DA0-9C76-ABDF3F7981F7}" dt="2025-10-24T18:47:21.491" v="1361" actId="164"/>
          <ac:picMkLst>
            <pc:docMk/>
            <pc:sldMk cId="2678342908" sldId="256"/>
            <ac:picMk id="22" creationId="{A27D88C3-4394-D548-F249-183DDD1AB1AA}"/>
          </ac:picMkLst>
        </pc:picChg>
        <pc:picChg chg="add mod">
          <ac:chgData name="Ray Storer" userId="9f0699e75575d678" providerId="LiveId" clId="{8CAFB803-39A2-4DA0-9C76-ABDF3F7981F7}" dt="2025-10-24T18:32:46.906" v="1207" actId="1037"/>
          <ac:picMkLst>
            <pc:docMk/>
            <pc:sldMk cId="2678342908" sldId="256"/>
            <ac:picMk id="26" creationId="{DCE78874-31E7-EFE0-3D06-44F7CF6B0277}"/>
          </ac:picMkLst>
        </pc:picChg>
        <pc:picChg chg="add mod">
          <ac:chgData name="Ray Storer" userId="9f0699e75575d678" providerId="LiveId" clId="{8CAFB803-39A2-4DA0-9C76-ABDF3F7981F7}" dt="2025-10-24T18:32:46.906" v="1207" actId="1037"/>
          <ac:picMkLst>
            <pc:docMk/>
            <pc:sldMk cId="2678342908" sldId="256"/>
            <ac:picMk id="28" creationId="{B4F4E1E6-E989-33CD-6128-5B41EB078F44}"/>
          </ac:picMkLst>
        </pc:picChg>
        <pc:picChg chg="add mod">
          <ac:chgData name="Ray Storer" userId="9f0699e75575d678" providerId="LiveId" clId="{8CAFB803-39A2-4DA0-9C76-ABDF3F7981F7}" dt="2025-10-24T18:32:46.906" v="1207" actId="1037"/>
          <ac:picMkLst>
            <pc:docMk/>
            <pc:sldMk cId="2678342908" sldId="256"/>
            <ac:picMk id="30" creationId="{347FF8DC-8965-E137-6D2E-0038CDBE4E47}"/>
          </ac:picMkLst>
        </pc:picChg>
        <pc:picChg chg="add mod">
          <ac:chgData name="Ray Storer" userId="9f0699e75575d678" providerId="LiveId" clId="{8CAFB803-39A2-4DA0-9C76-ABDF3F7981F7}" dt="2025-10-24T18:32:46.906" v="1207" actId="1037"/>
          <ac:picMkLst>
            <pc:docMk/>
            <pc:sldMk cId="2678342908" sldId="256"/>
            <ac:picMk id="32" creationId="{65E5E220-EA7A-0427-7514-9B9313BDF8C4}"/>
          </ac:picMkLst>
        </pc:picChg>
        <pc:picChg chg="add mod">
          <ac:chgData name="Ray Storer" userId="9f0699e75575d678" providerId="LiveId" clId="{8CAFB803-39A2-4DA0-9C76-ABDF3F7981F7}" dt="2025-10-24T18:34:02.165" v="1214" actId="14100"/>
          <ac:picMkLst>
            <pc:docMk/>
            <pc:sldMk cId="2678342908" sldId="256"/>
            <ac:picMk id="34" creationId="{41042F5A-17E5-D7C1-D0EB-7C38CAAF7755}"/>
          </ac:picMkLst>
        </pc:picChg>
        <pc:picChg chg="add del mod">
          <ac:chgData name="Ray Storer" userId="9f0699e75575d678" providerId="LiveId" clId="{8CAFB803-39A2-4DA0-9C76-ABDF3F7981F7}" dt="2025-10-24T18:04:13.137" v="372" actId="478"/>
          <ac:picMkLst>
            <pc:docMk/>
            <pc:sldMk cId="2678342908" sldId="256"/>
            <ac:picMk id="1026" creationId="{01D5E8AD-E979-B211-B1E6-357415625702}"/>
          </ac:picMkLst>
        </pc:picChg>
        <pc:picChg chg="add del mod">
          <ac:chgData name="Ray Storer" userId="9f0699e75575d678" providerId="LiveId" clId="{8CAFB803-39A2-4DA0-9C76-ABDF3F7981F7}" dt="2025-10-24T16:56:26.272" v="183" actId="478"/>
          <ac:picMkLst>
            <pc:docMk/>
            <pc:sldMk cId="2678342908" sldId="256"/>
            <ac:picMk id="1028" creationId="{73475325-7D31-AE33-BEB8-D7ED8F82C27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8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8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1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64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7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2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9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07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0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4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01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FAC5D-7E69-4C0F-B831-B8752B33BB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A1929-8403-4F1F-AF4A-92E7EEA11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21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4B23D9-B706-FBAF-7485-310C260101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88" t="23008" r="10088" b="23008"/>
          <a:stretch>
            <a:fillRect/>
          </a:stretch>
        </p:blipFill>
        <p:spPr>
          <a:xfrm>
            <a:off x="884815" y="264693"/>
            <a:ext cx="5088370" cy="34108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C6E3A9-4CA3-B654-C004-F023914CF7FD}"/>
              </a:ext>
            </a:extLst>
          </p:cNvPr>
          <p:cNvSpPr txBox="1"/>
          <p:nvPr/>
        </p:nvSpPr>
        <p:spPr>
          <a:xfrm>
            <a:off x="1684421" y="3770649"/>
            <a:ext cx="34891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ptos Black" panose="020B0004020202020204" pitchFamily="34" charset="0"/>
              </a:rPr>
              <a:t>CYBER SECURITY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04566B-97E2-D68E-D44C-AEBBBBE65159}"/>
              </a:ext>
            </a:extLst>
          </p:cNvPr>
          <p:cNvSpPr txBox="1"/>
          <p:nvPr/>
        </p:nvSpPr>
        <p:spPr>
          <a:xfrm>
            <a:off x="1684421" y="4290743"/>
            <a:ext cx="34891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  <a:latin typeface="Aptos Black" panose="020B0004020202020204" pitchFamily="34" charset="0"/>
              </a:rPr>
              <a:t>Table-top Games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9BFBDC-43D6-D41F-1223-CFA7B985B41A}"/>
              </a:ext>
            </a:extLst>
          </p:cNvPr>
          <p:cNvSpPr txBox="1"/>
          <p:nvPr/>
        </p:nvSpPr>
        <p:spPr>
          <a:xfrm>
            <a:off x="1431757" y="4810837"/>
            <a:ext cx="3994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 Black" panose="020B0004020202020204" pitchFamily="34" charset="0"/>
              </a:rPr>
              <a:t>A HANDS-ON FUN &amp; GAMES DAY</a:t>
            </a:r>
          </a:p>
        </p:txBody>
      </p:sp>
      <p:pic>
        <p:nvPicPr>
          <p:cNvPr id="18" name="Graphic 17" descr="Flip calendar outline">
            <a:extLst>
              <a:ext uri="{FF2B5EF4-FFF2-40B4-BE49-F238E27FC236}">
                <a16:creationId xmlns:a16="http://schemas.microsoft.com/office/drawing/2014/main" id="{BEFF752E-E40A-3BCE-20C6-302C112D1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7814" y="5032836"/>
            <a:ext cx="707886" cy="70788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CE8AAA3-1C58-76DC-BB77-F7F47914F145}"/>
              </a:ext>
            </a:extLst>
          </p:cNvPr>
          <p:cNvGrpSpPr/>
          <p:nvPr/>
        </p:nvGrpSpPr>
        <p:grpSpPr>
          <a:xfrm>
            <a:off x="1252893" y="5146266"/>
            <a:ext cx="3959787" cy="743683"/>
            <a:chOff x="1252893" y="5127847"/>
            <a:chExt cx="3959787" cy="74368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9B4968-1B35-99F5-5CB3-7751B26C0896}"/>
                </a:ext>
              </a:extLst>
            </p:cNvPr>
            <p:cNvSpPr txBox="1"/>
            <p:nvPr/>
          </p:nvSpPr>
          <p:spPr>
            <a:xfrm>
              <a:off x="1645316" y="5163644"/>
              <a:ext cx="35673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Saturday, November 15, 2025</a:t>
              </a:r>
              <a:br>
                <a:rPr lang="en-US" sz="2000" b="1" dirty="0"/>
              </a:br>
              <a:r>
                <a:rPr lang="en-US" sz="2000" b="1" dirty="0"/>
                <a:t>Noon – 4:00 PM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A9D8B4-843F-22B4-5051-AA35D0C3A7AA}"/>
                </a:ext>
              </a:extLst>
            </p:cNvPr>
            <p:cNvGrpSpPr/>
            <p:nvPr/>
          </p:nvGrpSpPr>
          <p:grpSpPr>
            <a:xfrm>
              <a:off x="1252893" y="5127847"/>
              <a:ext cx="431528" cy="511884"/>
              <a:chOff x="1252893" y="6264847"/>
              <a:chExt cx="431528" cy="511884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76A34B-FC5E-155B-566C-C80BDB05418B}"/>
                  </a:ext>
                </a:extLst>
              </p:cNvPr>
              <p:cNvSpPr txBox="1"/>
              <p:nvPr/>
            </p:nvSpPr>
            <p:spPr>
              <a:xfrm>
                <a:off x="1252893" y="6407399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15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D92214-7C35-ED36-5114-93FC4B1704D9}"/>
                  </a:ext>
                </a:extLst>
              </p:cNvPr>
              <p:cNvSpPr txBox="1"/>
              <p:nvPr/>
            </p:nvSpPr>
            <p:spPr>
              <a:xfrm>
                <a:off x="1274433" y="6264847"/>
                <a:ext cx="40267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Nov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04DED17-5FB2-C9DC-B60A-8F606B252E7E}"/>
              </a:ext>
            </a:extLst>
          </p:cNvPr>
          <p:cNvSpPr txBox="1"/>
          <p:nvPr/>
        </p:nvSpPr>
        <p:spPr>
          <a:xfrm>
            <a:off x="210553" y="7133674"/>
            <a:ext cx="3765133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tabLst>
                <a:tab pos="228600" algn="l"/>
              </a:tabLst>
            </a:pPr>
            <a:r>
              <a:rPr lang="en-US" sz="1400" dirty="0">
                <a:latin typeface="Aptos Black" panose="020B0004020202020204" pitchFamily="34" charset="0"/>
              </a:rPr>
              <a:t>WHAT TO EXPECT:</a:t>
            </a:r>
            <a:br>
              <a:rPr lang="en-US" sz="1400" dirty="0">
                <a:latin typeface="Aptos Black" panose="020B0004020202020204" pitchFamily="34" charset="0"/>
              </a:rPr>
            </a:br>
            <a:r>
              <a:rPr lang="en-US" sz="1400" dirty="0">
                <a:latin typeface="Aptos Black" panose="020B0004020202020204" pitchFamily="34" charset="0"/>
              </a:rPr>
              <a:t>	</a:t>
            </a:r>
            <a:r>
              <a:rPr lang="en-US" dirty="0"/>
              <a:t>Card &amp; tabletop games</a:t>
            </a:r>
          </a:p>
          <a:p>
            <a:pPr indent="-457200">
              <a:spcAft>
                <a:spcPts val="600"/>
              </a:spcAft>
              <a:tabLst>
                <a:tab pos="228600" algn="l"/>
              </a:tabLst>
            </a:pPr>
            <a:r>
              <a:rPr lang="en-US" dirty="0"/>
              <a:t>	Free pizza &amp; drinks</a:t>
            </a:r>
          </a:p>
          <a:p>
            <a:pPr indent="-457200">
              <a:spcAft>
                <a:spcPts val="600"/>
              </a:spcAft>
              <a:tabLst>
                <a:tab pos="228600" algn="l"/>
              </a:tabLst>
            </a:pPr>
            <a:r>
              <a:rPr lang="en-US" dirty="0"/>
              <a:t>	Networking &amp; community building</a:t>
            </a:r>
          </a:p>
          <a:p>
            <a:pPr indent="-457200">
              <a:spcAft>
                <a:spcPts val="600"/>
              </a:spcAft>
              <a:tabLst>
                <a:tab pos="228600" algn="l"/>
              </a:tabLst>
            </a:pPr>
            <a:r>
              <a:rPr lang="en-US" dirty="0"/>
              <a:t>	Ages 13+ no experience needed</a:t>
            </a:r>
          </a:p>
        </p:txBody>
      </p:sp>
      <p:pic>
        <p:nvPicPr>
          <p:cNvPr id="26" name="Graphic 25" descr="Joker outline">
            <a:extLst>
              <a:ext uri="{FF2B5EF4-FFF2-40B4-BE49-F238E27FC236}">
                <a16:creationId xmlns:a16="http://schemas.microsoft.com/office/drawing/2014/main" id="{DCE78874-31E7-EFE0-3D06-44F7CF6B02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412" y="7333246"/>
            <a:ext cx="397045" cy="397045"/>
          </a:xfrm>
          <a:prstGeom prst="rect">
            <a:avLst/>
          </a:prstGeom>
        </p:spPr>
      </p:pic>
      <p:pic>
        <p:nvPicPr>
          <p:cNvPr id="28" name="Graphic 27" descr="Water Bottle outline">
            <a:extLst>
              <a:ext uri="{FF2B5EF4-FFF2-40B4-BE49-F238E27FC236}">
                <a16:creationId xmlns:a16="http://schemas.microsoft.com/office/drawing/2014/main" id="{B4F4E1E6-E989-33CD-6128-5B41EB078F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412" y="7688310"/>
            <a:ext cx="393192" cy="393192"/>
          </a:xfrm>
          <a:prstGeom prst="rect">
            <a:avLst/>
          </a:prstGeom>
        </p:spPr>
      </p:pic>
      <p:pic>
        <p:nvPicPr>
          <p:cNvPr id="30" name="Graphic 29" descr="Cycle with people with solid fill">
            <a:extLst>
              <a:ext uri="{FF2B5EF4-FFF2-40B4-BE49-F238E27FC236}">
                <a16:creationId xmlns:a16="http://schemas.microsoft.com/office/drawing/2014/main" id="{347FF8DC-8965-E137-6D2E-0038CDBE4E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412" y="8037698"/>
            <a:ext cx="393192" cy="393192"/>
          </a:xfrm>
          <a:prstGeom prst="rect">
            <a:avLst/>
          </a:prstGeom>
        </p:spPr>
      </p:pic>
      <p:pic>
        <p:nvPicPr>
          <p:cNvPr id="32" name="Graphic 31" descr="Graduation cap outline">
            <a:extLst>
              <a:ext uri="{FF2B5EF4-FFF2-40B4-BE49-F238E27FC236}">
                <a16:creationId xmlns:a16="http://schemas.microsoft.com/office/drawing/2014/main" id="{65E5E220-EA7A-0427-7514-9B9313BDF8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6412" y="8395706"/>
            <a:ext cx="393192" cy="393192"/>
          </a:xfrm>
          <a:prstGeom prst="rect">
            <a:avLst/>
          </a:prstGeom>
        </p:spPr>
      </p:pic>
      <p:pic>
        <p:nvPicPr>
          <p:cNvPr id="34" name="Picture 33" descr="A qr code with a logo">
            <a:extLst>
              <a:ext uri="{FF2B5EF4-FFF2-40B4-BE49-F238E27FC236}">
                <a16:creationId xmlns:a16="http://schemas.microsoft.com/office/drawing/2014/main" id="{41042F5A-17E5-D7C1-D0EB-7C38CAAF775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452" y="6777599"/>
            <a:ext cx="2337326" cy="233732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C4F301E-48D1-38BE-365E-EFC59E192824}"/>
              </a:ext>
            </a:extLst>
          </p:cNvPr>
          <p:cNvGrpSpPr/>
          <p:nvPr/>
        </p:nvGrpSpPr>
        <p:grpSpPr>
          <a:xfrm>
            <a:off x="463216" y="5825268"/>
            <a:ext cx="5997742" cy="646331"/>
            <a:chOff x="463216" y="5825268"/>
            <a:chExt cx="5997742" cy="646331"/>
          </a:xfrm>
        </p:grpSpPr>
        <p:pic>
          <p:nvPicPr>
            <p:cNvPr id="22" name="Graphic 21" descr="Marker outline">
              <a:extLst>
                <a:ext uri="{FF2B5EF4-FFF2-40B4-BE49-F238E27FC236}">
                  <a16:creationId xmlns:a16="http://schemas.microsoft.com/office/drawing/2014/main" id="{A27D88C3-4394-D548-F249-183DDD1AB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08329" y="5825268"/>
              <a:ext cx="366974" cy="36697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B83718-72BA-5554-40F2-D7B74745795B}"/>
                </a:ext>
              </a:extLst>
            </p:cNvPr>
            <p:cNvSpPr txBox="1"/>
            <p:nvPr/>
          </p:nvSpPr>
          <p:spPr>
            <a:xfrm>
              <a:off x="463216" y="5825268"/>
              <a:ext cx="59977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South Bend Technology Resource Center Suite 100</a:t>
              </a:r>
              <a:br>
                <a:rPr lang="en-US" b="1" dirty="0"/>
              </a:br>
              <a:r>
                <a:rPr lang="en-US" b="1" dirty="0"/>
                <a:t>1165 Franklin St, South Bend, IN 46601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3200F83-9887-1422-380D-D92A7FBDDD0B}"/>
              </a:ext>
            </a:extLst>
          </p:cNvPr>
          <p:cNvSpPr txBox="1"/>
          <p:nvPr/>
        </p:nvSpPr>
        <p:spPr>
          <a:xfrm>
            <a:off x="3155861" y="6603191"/>
            <a:ext cx="3518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RSVP: https://msec.club/meet</a:t>
            </a:r>
          </a:p>
        </p:txBody>
      </p:sp>
    </p:spTree>
    <p:extLst>
      <p:ext uri="{BB962C8B-B14F-4D97-AF65-F5344CB8AC3E}">
        <p14:creationId xmlns:p14="http://schemas.microsoft.com/office/powerpoint/2010/main" val="2678342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</TotalTime>
  <Words>76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Black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 Storer</dc:creator>
  <cp:lastModifiedBy>Ray Storer</cp:lastModifiedBy>
  <cp:revision>1</cp:revision>
  <cp:lastPrinted>2025-10-24T18:38:37Z</cp:lastPrinted>
  <dcterms:created xsi:type="dcterms:W3CDTF">2025-10-24T14:37:05Z</dcterms:created>
  <dcterms:modified xsi:type="dcterms:W3CDTF">2025-10-24T18:47:41Z</dcterms:modified>
</cp:coreProperties>
</file>